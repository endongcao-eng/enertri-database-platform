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70B0"/>
                </a:solidFill>
                <a:latin typeface="Noto Sans CJK SC"/>
              </a:defRPr>
            </a:pPr>
            <a:r>
              <a:rPr sz="1100" b="1">
                <a:solidFill>
                  <a:srgbClr val="2670B0"/>
                </a:solidFill>
                <a:latin typeface="Noto Sans CJK SC"/>
              </a:rPr>
              <a:t>ENERTRI · RESEARCH &amp; WELDING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162A44"/>
                </a:solidFill>
                <a:latin typeface="Noto Sans CJK SC"/>
              </a:defRPr>
            </a:pPr>
            <a:r>
              <a:rPr sz="3000" b="1">
                <a:solidFill>
                  <a:srgbClr val="162A44"/>
                </a:solidFill>
                <a:latin typeface="Noto Sans CJK SC"/>
              </a:rPr>
              <a:t>EnerTri V4.0 科研与焊接智能平台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667180"/>
                </a:solidFill>
                <a:latin typeface="Noto Sans CJK SC"/>
              </a:defRPr>
            </a:pPr>
            <a:r>
              <a:rPr sz="1700" b="0">
                <a:solidFill>
                  <a:srgbClr val="667180"/>
                </a:solidFill>
                <a:latin typeface="Noto Sans CJK SC"/>
              </a:rPr>
              <a:t>EnerTri 学术汇报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709160"/>
            <a:ext cx="1920240" cy="54864"/>
          </a:xfrm>
          <a:prstGeom prst="rect">
            <a:avLst/>
          </a:prstGeom>
          <a:solidFill>
            <a:srgbClr val="49A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研究与生产一体化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全球文献元数据检索与热点统计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论文结构化阅读、综述、报告、基金和审稿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焊接性、工艺、焊材与缺陷规则分析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材料表征与多模态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SEM、TEM、EBSD、EDS、光谱与拉曼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X 射线和超声检测辅助判断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图纸、文本、图像、视频与过程数据融合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实时过程感知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接收电流、电压、速度、温度和声学批次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计算统计特征、异常比例和热输入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输出过程稳定性与初步质量置信度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CAE 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HyperMesh、ANSYS、Marc、FLOW-3D 输入包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默认安全的输入包模式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许可证和命令配置后由管理员启动求解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工程边界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AI 结论必须回到原始数据与标准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工艺必须通过 WPS/PQR 与试验验证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NDT 评级须由持证人员完成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V4.0    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