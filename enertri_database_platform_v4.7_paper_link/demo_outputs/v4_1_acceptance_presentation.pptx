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70B0"/>
                </a:solidFill>
                <a:latin typeface="Noto Sans CJK SC"/>
              </a:defRPr>
            </a:pPr>
            <a:r>
              <a:rPr sz="1100" b="1">
                <a:solidFill>
                  <a:srgbClr val="2670B0"/>
                </a:solidFill>
                <a:latin typeface="Noto Sans CJK SC"/>
              </a:rPr>
              <a:t>ENERTRI · RESEARCH &amp; WELDING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162A44"/>
                </a:solidFill>
                <a:latin typeface="Noto Sans CJK SC"/>
              </a:defRPr>
            </a:pPr>
            <a:r>
              <a:rPr sz="3000" b="1">
                <a:solidFill>
                  <a:srgbClr val="162A44"/>
                </a:solidFill>
                <a:latin typeface="Noto Sans CJK SC"/>
              </a:rPr>
              <a:t>EnerTri V4.1 工程基础验收汇报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667180"/>
                </a:solidFill>
                <a:latin typeface="Noto Sans CJK SC"/>
              </a:defRPr>
            </a:pPr>
            <a:r>
              <a:rPr sz="1700" b="0">
                <a:solidFill>
                  <a:srgbClr val="667180"/>
                </a:solidFill>
                <a:latin typeface="Noto Sans CJK SC"/>
              </a:rPr>
              <a:t>EnerTri 学术汇报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709160"/>
            <a:ext cx="1920240" cy="54864"/>
          </a:xfrm>
          <a:prstGeom prst="rect">
            <a:avLst/>
          </a:prstGeom>
          <a:solidFill>
            <a:srgbClr val="49A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V4.1    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升级目标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数据库迁移可升级与回滚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长任务统一异步化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V4.1    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验收成果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任务中心和文件中心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审计日志与六级权限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论文、PPT、视频、仿真任务链路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V4.1    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