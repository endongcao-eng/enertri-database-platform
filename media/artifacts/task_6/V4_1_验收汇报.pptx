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67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5836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670B0"/>
                </a:solidFill>
                <a:latin typeface="Noto Sans CJK SC"/>
              </a:defRPr>
            </a:pPr>
            <a:r>
              <a:rPr sz="1100" b="1">
                <a:solidFill>
                  <a:srgbClr val="2670B0"/>
                </a:solidFill>
                <a:latin typeface="Noto Sans CJK SC"/>
              </a:rPr>
              <a:t>ENERTRI · RESEARCH &amp; WELDING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1051560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000" b="1">
                <a:solidFill>
                  <a:srgbClr val="162A44"/>
                </a:solidFill>
                <a:latin typeface="Noto Sans CJK SC"/>
              </a:defRPr>
            </a:pPr>
            <a:r>
              <a:rPr sz="3000" b="1">
                <a:solidFill>
                  <a:srgbClr val="162A44"/>
                </a:solidFill>
                <a:latin typeface="Noto Sans CJK SC"/>
              </a:rPr>
              <a:t>V4.1 验收汇报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379476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667180"/>
                </a:solidFill>
                <a:latin typeface="Noto Sans CJK SC"/>
              </a:defRPr>
            </a:pPr>
            <a:r>
              <a:rPr sz="1700" b="0">
                <a:solidFill>
                  <a:srgbClr val="667180"/>
                </a:solidFill>
                <a:latin typeface="Noto Sans CJK SC"/>
              </a:rPr>
              <a:t>EnerTri 学术汇报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4709160"/>
            <a:ext cx="1920240" cy="54864"/>
          </a:xfrm>
          <a:prstGeom prst="rect">
            <a:avLst/>
          </a:prstGeom>
          <a:solidFill>
            <a:srgbClr val="49A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4652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0">
                <a:solidFill>
                  <a:srgbClr val="667180"/>
                </a:solidFill>
                <a:latin typeface="Noto Sans CJK SC"/>
              </a:defRPr>
            </a:pPr>
            <a:r>
              <a:rPr sz="850" b="0">
                <a:solidFill>
                  <a:srgbClr val="667180"/>
                </a:solidFill>
                <a:latin typeface="Noto Sans CJK SC"/>
              </a:rPr>
              <a:t>EnerTri V4.2    01 / 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7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530352"/>
            <a:ext cx="530352" cy="347472"/>
          </a:xfrm>
          <a:prstGeom prst="round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rPr sz="1100" b="1">
                <a:solidFill>
                  <a:srgbClr val="FFFFFF"/>
                </a:solidFill>
                <a:latin typeface="Noto Sans CJK S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9768"/>
            <a:ext cx="9875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2A44"/>
                </a:solidFill>
                <a:latin typeface="Noto Sans CJK SC"/>
              </a:defRPr>
            </a:pPr>
            <a:r>
              <a:rPr sz="2500" b="1">
                <a:solidFill>
                  <a:srgbClr val="162A44"/>
                </a:solidFill>
                <a:latin typeface="Noto Sans CJK SC"/>
              </a:rPr>
              <a:t>背景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34440"/>
            <a:ext cx="10835640" cy="13716"/>
          </a:xfrm>
          <a:prstGeom prst="rect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72768"/>
            <a:ext cx="10378440" cy="4343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14000"/>
              </a:lnSpc>
              <a:spcAft>
                <a:spcPts val="1300"/>
              </a:spcAft>
              <a:defRPr sz="1800" b="0">
                <a:solidFill>
                  <a:srgbClr val="1C232D"/>
                </a:solidFill>
                <a:latin typeface="Noto Sans CJK SC"/>
              </a:defRPr>
            </a:pPr>
            <a:r>
              <a:rPr sz="1800" b="0">
                <a:solidFill>
                  <a:srgbClr val="1C232D"/>
                </a:solidFill>
                <a:latin typeface="Noto Sans CJK SC"/>
              </a:rPr>
              <a:t>•  工程基础升级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4652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0">
                <a:solidFill>
                  <a:srgbClr val="667180"/>
                </a:solidFill>
                <a:latin typeface="Noto Sans CJK SC"/>
              </a:defRPr>
            </a:pPr>
            <a:r>
              <a:rPr sz="850" b="0">
                <a:solidFill>
                  <a:srgbClr val="667180"/>
                </a:solidFill>
                <a:latin typeface="Noto Sans CJK SC"/>
              </a:rPr>
              <a:t>EnerTri V4.2    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7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530352"/>
            <a:ext cx="530352" cy="347472"/>
          </a:xfrm>
          <a:prstGeom prst="round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rPr sz="1100" b="1">
                <a:solidFill>
                  <a:srgbClr val="FFFFFF"/>
                </a:solidFill>
                <a:latin typeface="Noto Sans CJK S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9768"/>
            <a:ext cx="9875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2A44"/>
                </a:solidFill>
                <a:latin typeface="Noto Sans CJK SC"/>
              </a:defRPr>
            </a:pPr>
            <a:r>
              <a:rPr sz="2500" b="1">
                <a:solidFill>
                  <a:srgbClr val="162A44"/>
                </a:solidFill>
                <a:latin typeface="Noto Sans CJK SC"/>
              </a:rPr>
              <a:t>成果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34440"/>
            <a:ext cx="10835640" cy="13716"/>
          </a:xfrm>
          <a:prstGeom prst="rect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72768"/>
            <a:ext cx="10378440" cy="4343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14000"/>
              </a:lnSpc>
              <a:spcAft>
                <a:spcPts val="1300"/>
              </a:spcAft>
              <a:defRPr sz="1800" b="0">
                <a:solidFill>
                  <a:srgbClr val="1C232D"/>
                </a:solidFill>
                <a:latin typeface="Noto Sans CJK SC"/>
              </a:defRPr>
            </a:pPr>
            <a:r>
              <a:rPr sz="1800" b="0">
                <a:solidFill>
                  <a:srgbClr val="1C232D"/>
                </a:solidFill>
                <a:latin typeface="Noto Sans CJK SC"/>
              </a:rPr>
              <a:t>•  任务中心</a:t>
            </a:r>
          </a:p>
          <a:p>
            <a:pPr>
              <a:lnSpc>
                <a:spcPct val="114000"/>
              </a:lnSpc>
              <a:spcAft>
                <a:spcPts val="1300"/>
              </a:spcAft>
              <a:defRPr sz="1800" b="0">
                <a:solidFill>
                  <a:srgbClr val="1C232D"/>
                </a:solidFill>
                <a:latin typeface="Noto Sans CJK SC"/>
              </a:defRPr>
            </a:pPr>
            <a:r>
              <a:rPr sz="1800" b="0">
                <a:solidFill>
                  <a:srgbClr val="1C232D"/>
                </a:solidFill>
                <a:latin typeface="Noto Sans CJK SC"/>
              </a:rPr>
              <a:t>•  文件管理</a:t>
            </a:r>
          </a:p>
          <a:p>
            <a:pPr>
              <a:lnSpc>
                <a:spcPct val="114000"/>
              </a:lnSpc>
              <a:spcAft>
                <a:spcPts val="1300"/>
              </a:spcAft>
              <a:defRPr sz="1800" b="0">
                <a:solidFill>
                  <a:srgbClr val="1C232D"/>
                </a:solidFill>
                <a:latin typeface="Noto Sans CJK SC"/>
              </a:defRPr>
            </a:pPr>
            <a:r>
              <a:rPr sz="1800" b="0">
                <a:solidFill>
                  <a:srgbClr val="1C232D"/>
                </a:solidFill>
                <a:latin typeface="Noto Sans CJK SC"/>
              </a:rPr>
              <a:t>•  审计日志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4652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0">
                <a:solidFill>
                  <a:srgbClr val="667180"/>
                </a:solidFill>
                <a:latin typeface="Noto Sans CJK SC"/>
              </a:defRPr>
            </a:pPr>
            <a:r>
              <a:rPr sz="850" b="0">
                <a:solidFill>
                  <a:srgbClr val="667180"/>
                </a:solidFill>
                <a:latin typeface="Noto Sans CJK SC"/>
              </a:rPr>
              <a:t>EnerTri V4.2    03 / 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