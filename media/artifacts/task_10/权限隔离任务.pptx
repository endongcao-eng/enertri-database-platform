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670B0"/>
                </a:solidFill>
                <a:latin typeface="Noto Sans CJK SC"/>
              </a:defRPr>
            </a:pPr>
            <a:r>
              <a:rPr sz="1100" b="1">
                <a:solidFill>
                  <a:srgbClr val="2670B0"/>
                </a:solidFill>
                <a:latin typeface="Noto Sans CJK SC"/>
              </a:rPr>
              <a:t>ENERTRI · RESEARCH &amp; WELDING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162A44"/>
                </a:solidFill>
                <a:latin typeface="Noto Sans CJK SC"/>
              </a:defRPr>
            </a:pPr>
            <a:r>
              <a:rPr sz="3000" b="1">
                <a:solidFill>
                  <a:srgbClr val="162A44"/>
                </a:solidFill>
                <a:latin typeface="Noto Sans CJK SC"/>
              </a:rPr>
              <a:t>权限隔离任务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9476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667180"/>
                </a:solidFill>
                <a:latin typeface="Noto Sans CJK SC"/>
              </a:defRPr>
            </a:pPr>
            <a:r>
              <a:rPr sz="1700" b="0">
                <a:solidFill>
                  <a:srgbClr val="667180"/>
                </a:solidFill>
                <a:latin typeface="Noto Sans CJK SC"/>
              </a:rPr>
              <a:t>EnerTri 学术汇报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709160"/>
            <a:ext cx="1920240" cy="54864"/>
          </a:xfrm>
          <a:prstGeom prst="rect">
            <a:avLst/>
          </a:prstGeom>
          <a:solidFill>
            <a:srgbClr val="49A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V4.2    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530352" cy="347472"/>
          </a:xfrm>
          <a:prstGeom prst="round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9768"/>
            <a:ext cx="9875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2A44"/>
                </a:solidFill>
                <a:latin typeface="Noto Sans CJK SC"/>
              </a:defRPr>
            </a:pPr>
            <a:r>
              <a:rPr sz="2500" b="1">
                <a:solidFill>
                  <a:srgbClr val="162A44"/>
                </a:solidFill>
                <a:latin typeface="Noto Sans CJK SC"/>
              </a:rPr>
              <a:t>权限测试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0835640" cy="13716"/>
          </a:xfrm>
          <a:prstGeom prst="rect">
            <a:avLst/>
          </a:prstGeom>
          <a:solidFill>
            <a:srgbClr val="D6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378440" cy="4343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  <a:defRPr sz="1800" b="0">
                <a:solidFill>
                  <a:srgbClr val="1C232D"/>
                </a:solidFill>
                <a:latin typeface="Noto Sans CJK SC"/>
              </a:defRPr>
            </a:pPr>
            <a:r>
              <a:rPr sz="1800" b="0">
                <a:solidFill>
                  <a:srgbClr val="1C232D"/>
                </a:solidFill>
                <a:latin typeface="Noto Sans CJK SC"/>
              </a:rPr>
              <a:t>•  reviewer 只能查看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667180"/>
                </a:solidFill>
                <a:latin typeface="Noto Sans CJK SC"/>
              </a:defRPr>
            </a:pPr>
            <a:r>
              <a:rPr sz="850" b="0">
                <a:solidFill>
                  <a:srgbClr val="667180"/>
                </a:solidFill>
                <a:latin typeface="Noto Sans CJK SC"/>
              </a:rPr>
              <a:t>EnerTri V4.2    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